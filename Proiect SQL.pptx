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1" r:id="rId6"/>
    <p:sldId id="259" r:id="rId7"/>
    <p:sldId id="260" r:id="rId8"/>
    <p:sldId id="261" r:id="rId9"/>
    <p:sldId id="263" r:id="rId10"/>
    <p:sldId id="264" r:id="rId11"/>
    <p:sldId id="265" r:id="rId12"/>
    <p:sldId id="266" r:id="rId13"/>
    <p:sldId id="270" r:id="rId14"/>
    <p:sldId id="269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437E-F672-8209-6C11-8EA988D18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77BD3D-093A-7BD3-A919-13D7EBC86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EBC56-62CB-9D4E-F28F-2D731CDD9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5F8241-4957-D6E8-A19D-C5E73F5C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A4D28-0520-9D03-536C-B5C392E33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94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C3979-F4C3-C104-D8E4-580A9DDA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E87D7-19BB-1A8E-E795-B9781AA64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EE379-24AA-335F-EE2B-043D97943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4C8F7-C17D-0D64-381B-63AA5246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5645C-6A9D-A53D-21A1-C5348DF0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8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066D-8D91-C33D-FC8B-F84BFB288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8C39B-2E69-454B-C1E8-4DBBD235E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22F1C-22D7-B026-E000-A2E8B11ED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2BEDE-30F4-723B-057C-E9AC9DFAE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D9E7D-F8A7-D36E-672C-B40C70DC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275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9C11-E9AA-6373-E6AB-26CF9CF3D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7A9E1-9046-44EE-957C-ABCD3D735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8BCB8-E914-34D0-3A4D-E12C976BFF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C4B26-BF00-07A6-C7AA-FBA6025B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5AA80-EB1C-5228-80F7-7BCAC8DC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C0E05-2D22-F726-BD0D-267947B20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983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A9CF-3BBA-1987-7F3C-D495BA4AE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42219C-398F-FBCC-0684-668AE1E37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B7DC6-B895-3396-C0E3-BE0EBD9F07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3A8BDA-5713-3CC1-ECF3-7BD52D3E6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CA7742-57B5-0349-6B34-84F6E06F2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61D4A-B57A-4853-438C-FA3CF851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E557E5-FC9C-F07E-7753-A9AEA1951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74D429-B1FB-48C4-310A-9616E40C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76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D3CC5-DF6B-1044-AB94-CD190C3D0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630E4B-D33C-9230-5FE6-D705A46C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751DB7-4F4E-A32D-1EDF-750EC618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1B707-970D-5758-BB62-75825932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4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D6911-DA67-F8D0-1FDF-5F9A44C67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035666-DEF6-9674-983E-BB1DE0F6E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DE77C-F9A5-D33E-A18E-7EC9D95CF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848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38526-E5E4-8124-2521-224DE42E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F29A9-5E8B-23CA-A958-0F08811EE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63191-80D7-3A74-4474-B6250D74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DC473-D8EE-D9AA-BD77-5BD3584D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30DDB-54DB-1579-E2D7-F6C65F3E2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07E3E-0B73-A701-EFF4-0B104E8A1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69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1246-3D82-6904-4424-1A7BF3BE0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E40A28-1D51-247C-D91A-440A3C9D4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F57A02-282C-CBA8-116E-55B170A19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DF38D6-77AE-AD03-B844-2C8D794C5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427CE-3432-A6FA-3973-CD07EFF98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C6A76-738D-1E83-2EE0-6914C05C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37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BD7A-A3DD-F11C-D341-E2B2646CB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4CFCA0-7AE9-2023-EB07-45681BE01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61C5E-040E-F7B2-F121-8522560E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4892F-EE4F-5E19-DB03-338C955F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C82C-3BC1-F445-7ED9-7B4DB4A6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4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2BEB22-ED6C-A98C-4792-C8ACF9FF1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9CAD9-71AC-89DE-042B-94E0D174D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4E44-F58A-99E4-F699-4E60EB1FE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F3667-62E6-201B-A363-C1A29CBE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D0C76-ACAD-7D5F-0DC1-F74AE9484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430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A46EF1-7220-2AF9-F7D6-F3AB1537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B8FAA-10A8-3605-C0D2-41069BF78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AF5-F168-6655-F678-10C654D5C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24884C-3B2C-4B33-A6AE-71FB1303E271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43057-6E3D-A1C5-5D5A-30711753F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14A95-DD6A-AED2-79F5-13CB61381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16D5C1-B1E7-424A-9E0C-CF43EC688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42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B3F5D3-73B8-DEC7-3F02-8F3FFA931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65"/>
            <a:ext cx="12192000" cy="677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518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84C75E-51D3-0D73-7C09-B47D2D65F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50"/>
            <a:ext cx="12192000" cy="68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26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CA1653-8810-5289-5ECC-A55CF7A39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8" y="0"/>
            <a:ext cx="12192000" cy="6781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27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2DD6C6-1631-2CA3-D8A0-5178B78E9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24"/>
            <a:ext cx="12192000" cy="683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346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853791-3298-9525-2E30-53440D577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9"/>
            <a:ext cx="12192000" cy="682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22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90B625-F4D5-F344-02DE-20CEB5ACF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13"/>
            <a:ext cx="12192000" cy="681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55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B2AD17-0CF6-4C7D-AEC7-D50FA6125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87"/>
            <a:ext cx="12192000" cy="68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88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1CD0B8-5870-804B-14AF-257027844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08"/>
            <a:ext cx="12192000" cy="681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65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6C005-5371-D438-31A3-8D6D4EBB3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27"/>
            <a:ext cx="12192000" cy="67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622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7E75D0-BA2A-5C72-24C6-F7059185C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84"/>
            <a:ext cx="12192000" cy="678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480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E59586-EA0C-FBE0-E7D5-C98D13A1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98"/>
            <a:ext cx="12192000" cy="68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695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0B0BAA2-F935-F06C-7775-D86D2F32D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73"/>
            <a:ext cx="12192000" cy="683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572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258d84-ea8c-4fd3-ba04-2d13352fc8b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06C721C7D51A449219928DE933840C" ma:contentTypeVersion="15" ma:contentTypeDescription="Create a new document." ma:contentTypeScope="" ma:versionID="6df6575049d2fcb3f366c717145c97d8">
  <xsd:schema xmlns:xsd="http://www.w3.org/2001/XMLSchema" xmlns:xs="http://www.w3.org/2001/XMLSchema" xmlns:p="http://schemas.microsoft.com/office/2006/metadata/properties" xmlns:ns3="aada4c49-219f-42e5-8483-9424c47b8849" xmlns:ns4="32258d84-ea8c-4fd3-ba04-2d13352fc8b9" targetNamespace="http://schemas.microsoft.com/office/2006/metadata/properties" ma:root="true" ma:fieldsID="f2583fb4883c34e422ff2a1c3ab9f91f" ns3:_="" ns4:_="">
    <xsd:import namespace="aada4c49-219f-42e5-8483-9424c47b8849"/>
    <xsd:import namespace="32258d84-ea8c-4fd3-ba04-2d13352fc8b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ServiceDateTaken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da4c49-219f-42e5-8483-9424c47b884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258d84-ea8c-4fd3-ba04-2d13352fc8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6FBEE6-FF5D-4040-AF97-287E9F1B6E8A}">
  <ds:schemaRefs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purl.org/dc/terms/"/>
    <ds:schemaRef ds:uri="32258d84-ea8c-4fd3-ba04-2d13352fc8b9"/>
    <ds:schemaRef ds:uri="aada4c49-219f-42e5-8483-9424c47b8849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1BFACFF0-4AF0-4058-8EE9-68B394B486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da4c49-219f-42e5-8483-9424c47b8849"/>
    <ds:schemaRef ds:uri="32258d84-ea8c-4fd3-ba04-2d13352fc8b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7B96A4-2C70-4D2F-8B6B-BA5F36B8622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0</Words>
  <Application>Microsoft Office PowerPoint</Application>
  <PresentationFormat>Ecran lat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florin maciuca</dc:creator>
  <cp:lastModifiedBy>Dorina Racoare</cp:lastModifiedBy>
  <cp:revision>7</cp:revision>
  <dcterms:created xsi:type="dcterms:W3CDTF">2026-04-03T19:15:45Z</dcterms:created>
  <dcterms:modified xsi:type="dcterms:W3CDTF">2026-04-06T18:38:05Z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0x0101002D06C721C7D51A449219928DE933840C</vt:lpwstr>
  </property>
</Properties>
</file>